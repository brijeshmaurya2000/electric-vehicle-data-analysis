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45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BBF06-5B1F-4A04-BE25-D940959E4FD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D31034-5206-4DFE-87C2-5154C1E33152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alphaModFix amt="5000"/>
          </a:blip>
          <a:stretch>
            <a:fillRect/>
          </a:stretch>
        </p:blipFill>
        <p:spPr>
          <a:xfrm>
            <a:off x="116287" y="174625"/>
            <a:ext cx="12191918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6325" y="87309"/>
            <a:ext cx="5408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PROBLEM STATEMENT</a:t>
            </a:r>
            <a:endParaRPr lang="en-IN" sz="4000" b="1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-144" y="572705"/>
            <a:ext cx="4477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C000"/>
                </a:solidFill>
              </a:rPr>
              <a:t>KPI’S Requirement</a:t>
            </a:r>
            <a:endParaRPr lang="en-IN" sz="2000" b="1" dirty="0">
              <a:solidFill>
                <a:srgbClr val="FFC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7341" y="946416"/>
            <a:ext cx="10834778" cy="5866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 Total Vehicles:</a:t>
            </a:r>
            <a:endParaRPr lang="en-US" b="0" i="0" dirty="0"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Understand the overall landscape of electric vehicles, encompassing both BEVs and PHEVs, to assess the market's size and growth.</a:t>
            </a:r>
            <a:endParaRPr lang="en-US" b="0" i="0" dirty="0">
              <a:solidFill>
                <a:schemeClr val="bg1"/>
              </a:solidFill>
              <a:effectLst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Average Electric Range:</a:t>
            </a:r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Determine the average electric range of the electric vehicles in the dataset to gauge the technological advancements and efficiency of the EVs.</a:t>
            </a:r>
            <a:endParaRPr lang="en-US" b="0" i="0" dirty="0">
              <a:solidFill>
                <a:schemeClr val="bg1"/>
              </a:solidFill>
              <a:effectLst/>
            </a:endParaRPr>
          </a:p>
          <a:p>
            <a:pPr algn="l"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Total BEV Vehicles and % of Total BEV Vehicles:</a:t>
            </a:r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Identify and analyze the total number of Battery Electric Vehicles (BEVs) in the dataset.</a:t>
            </a:r>
            <a:endParaRPr lang="en-US" b="0" i="0" dirty="0">
              <a:solidFill>
                <a:schemeClr val="bg1"/>
              </a:solidFill>
              <a:effectLst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Calculate the percentage of BEVs relative to the total number of electric vehicles, providing insights into the dominance of fully electric models.</a:t>
            </a:r>
            <a:endParaRPr lang="en-US" b="0" i="0" dirty="0">
              <a:solidFill>
                <a:schemeClr val="bg1"/>
              </a:solidFill>
              <a:effectLst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Total PHEV Vehicles and % of Total PHEV Vehicles:</a:t>
            </a:r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Identify and analyze the total number of Plug-in Hybrid Electric Vehicles (PHEVs) in the dataset.</a:t>
            </a:r>
            <a:endParaRPr lang="en-US" b="0" i="0" dirty="0">
              <a:solidFill>
                <a:schemeClr val="bg1"/>
              </a:solidFill>
              <a:effectLst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Calculate the percentage of PHEVs relative to the total number of electric vehicles, offering insights into the market share of plug-in hybrid models.</a:t>
            </a:r>
            <a:endParaRPr lang="en-US" b="0" i="0" dirty="0">
              <a:solidFill>
                <a:schemeClr val="bg1"/>
              </a:solidFill>
              <a:effectLst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alphaModFix amt="5000"/>
          </a:blip>
          <a:stretch>
            <a:fillRect/>
          </a:stretch>
        </p:blipFill>
        <p:spPr>
          <a:xfrm>
            <a:off x="82" y="0"/>
            <a:ext cx="12191918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0770" y="-51756"/>
            <a:ext cx="5408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PROBLEM STATEMENT</a:t>
            </a:r>
            <a:endParaRPr lang="en-IN" sz="4000" b="1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9396" y="572705"/>
            <a:ext cx="4477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C000"/>
                </a:solidFill>
              </a:rPr>
              <a:t>Charts Requirement</a:t>
            </a:r>
            <a:endParaRPr lang="en-IN" sz="2000" b="1" dirty="0">
              <a:solidFill>
                <a:srgbClr val="FFC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9396" y="1031228"/>
            <a:ext cx="1083477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Total Vehicles by Model Year (From 2010 Onwards):</a:t>
            </a:r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Line/ Area Chart</a:t>
            </a:r>
            <a:endParaRPr lang="en-US" b="0" i="0" dirty="0">
              <a:solidFill>
                <a:schemeClr val="bg1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This chart will illustrate the distribution of electric vehicles over the years, starting from 2010, providing insights into the growth pattern and adoption trends.</a:t>
            </a:r>
            <a:endParaRPr lang="en-US" b="0" i="0" dirty="0">
              <a:solidFill>
                <a:schemeClr val="bg1"/>
              </a:solidFill>
              <a:effectLst/>
            </a:endParaRP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Total Vehicles by State:</a:t>
            </a:r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Map Chart </a:t>
            </a:r>
            <a:endParaRPr lang="en-US" b="0" i="0" dirty="0">
              <a:solidFill>
                <a:schemeClr val="bg1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This chart will showcase the geographical distribution of electric vehicles across different states, allowing for the identification of regions with higher adoption rates.</a:t>
            </a:r>
            <a:endParaRPr lang="en-US" b="0" i="0" dirty="0">
              <a:solidFill>
                <a:schemeClr val="bg1"/>
              </a:solidFill>
              <a:effectLst/>
            </a:endParaRP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Top 10 Total Vehicles by Make:</a:t>
            </a:r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Bar Chart </a:t>
            </a:r>
            <a:endParaRPr lang="en-US" b="0" i="0" dirty="0">
              <a:solidFill>
                <a:schemeClr val="bg1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Highlight the top 10 electric vehicle manufacturers based on the total number of vehicles, providing insights into the market dominance of specific brands.</a:t>
            </a:r>
            <a:endParaRPr lang="en-US" b="0" i="0" dirty="0">
              <a:solidFill>
                <a:schemeClr val="bg1"/>
              </a:solidFill>
              <a:effectLst/>
            </a:endParaRP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Total Vehicles by CAFV Eligibility:</a:t>
            </a:r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Pie Chart or Donut Chart</a:t>
            </a:r>
            <a:endParaRPr lang="en-US" b="0" i="0" dirty="0">
              <a:solidFill>
                <a:schemeClr val="bg1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Illustrate the proportion of electric vehicles that are eligible for Clean Alternative Fuel Vehicle (CAFV) incentives, aiding in understanding the impact of incentives on vehicle adoption.</a:t>
            </a:r>
            <a:endParaRPr lang="en-US" b="0" i="0" dirty="0">
              <a:solidFill>
                <a:schemeClr val="bg1"/>
              </a:solidFill>
              <a:effectLst/>
            </a:endParaRP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Top 10 Total Vehicles by Model:</a:t>
            </a:r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Tree map</a:t>
            </a:r>
            <a:endParaRPr lang="en-US" dirty="0">
              <a:solidFill>
                <a:schemeClr val="bg1"/>
              </a:solidFill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Highlight the top 10 electric vehicle models based on the total number of vehicles, offering insights into consumer preferences and popular models in the market.</a:t>
            </a:r>
            <a:endParaRPr lang="en-US" b="0" i="0" dirty="0">
              <a:solidFill>
                <a:schemeClr val="bg1"/>
              </a:solidFill>
              <a:effectLst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2195</Words>
  <Application>WPS Presentation</Application>
  <PresentationFormat>Widescreen</PresentationFormat>
  <Paragraphs>35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SimSun</vt:lpstr>
      <vt:lpstr>Wingdings</vt:lpstr>
      <vt:lpstr>Century Gothic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LENOVO</cp:lastModifiedBy>
  <cp:revision>9</cp:revision>
  <dcterms:created xsi:type="dcterms:W3CDTF">2024-02-05T09:30:00Z</dcterms:created>
  <dcterms:modified xsi:type="dcterms:W3CDTF">2026-03-23T10:43:19Z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3EB6D6AFF2D24A6092F5BE33800E268E_12</vt:lpwstr>
  </property>
  <property fmtid="{D5CDD505-2E9C-101B-9397-08002B2CF9AE}" pid="3" name="KSOProductBuildVer">
    <vt:lpwstr>2057-12.2.0.23197</vt:lpwstr>
  </property>
</Properties>
</file>